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id="1758540850672" name="Table 1758540850672"/>
          <p:cNvSpPr>
            <a:spLocks noGrp="1"/>
          </p:cNvSpPr>
          <p:nvPr/>
        </p:nvSpPr>
        <p:spPr>
          <a:xfrm>
            <a:off x="1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CAPEX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Platform Development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 369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  <p:sp>
        <p:nvSpPr>
          <p:cNvPr id="1758540850672" name="Table 1758540850672"/>
          <p:cNvSpPr>
            <a:spLocks noGrp="1"/>
          </p:cNvSpPr>
          <p:nvPr/>
        </p:nvSpPr>
        <p:spPr>
          <a:xfrm>
            <a:off x="5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OPEX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12,000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y4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18,000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y5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7,000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Students often lack practical exposure, while industries struggle to find talent ready for innovation.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latin typeface="Etna Sans Serif"/>
                <a:ea typeface="Etna Sans Serif"/>
                <a:cs typeface="Etna Sans Serif"/>
                <a:sym typeface="Etna Sans Serif"/>
              </a:rPr>
              <a:t>A working prototype with real-time project collaboration and mentor feedback is live.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Our pilot programs have achieved 90% satisfaction from both students and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Targeted campaigns on LinkedIn, university partnerships, and influencer collaborations.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Subscription-based with tiered pricing for institutions.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Platform Development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 369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OPEX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12,000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18,000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7,000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80,000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1,00,000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Expand globally, integrate AI-driven project matchmaking, and certification programs.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