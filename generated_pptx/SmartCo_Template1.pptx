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Template 1 - Classic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Business: Unknown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Idea: Smart Sorting Bins for School Classrooms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2025-10-17T09:43:25Z</dcterms:created>
  <dcterms:modified xsi:type="dcterms:W3CDTF">2025-10-17T09:43:25Z</dcterms:modified>
</cp:coreProperties>
</file>