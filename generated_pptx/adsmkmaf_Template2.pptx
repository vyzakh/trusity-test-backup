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7ACC"/>
                </a:solidFill>
              </a:rPr>
              <a:t>Template 2 - Sleek 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Your pitch here...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Target Market: N/A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2025-09-10T08:51:03Z</dcterms:created>
  <dcterms:modified xsi:type="dcterms:W3CDTF">2025-09-10T08:51:03Z</dcterms:modified>
</cp:coreProperties>
</file>