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Pitch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By Trusity AI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Students lack structured practice to pitch ideas effectively.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5488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AI-powered platform to help students practice startup pitching.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Prototype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Interactive AI pitch coach with feedback scoring.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5488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Target Market &amp; Market Fit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Universities, accelerators, and early-stage founders.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Validated through 200+ student beta users.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Market Competition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Competitor landscape...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Marketing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Social media campaigns, university workshops.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Revenue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SaaS Subscription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Startup Costs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8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Platform Development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Branding &amp; Marketing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 CAPEX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$7,000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657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1066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8EE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M1 (Annual)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$7,400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M2 (Annual)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$7,700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6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Financial Projections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Break-even Point: Year 2, Month 6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Future Developments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Expand into Europe &amp; Asia, launch mentor marketplace.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Startup Pitch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2025-09-10T06:36:34Z</dcterms:created>
  <dcterms:modified xsi:type="dcterms:W3CDTF">2025-09-10T06:36:34Z</dcterms:modified>
</cp:coreProperties>
</file>